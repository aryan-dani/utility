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i72xFS86YdjrkfyCVsAeWfSPj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838200" y="365126"/>
            <a:ext cx="10515600" cy="787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Proof Techniques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838200" y="1152940"/>
            <a:ext cx="10515600" cy="5024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Proof is a kind of demonstration to convince that the given mathematical statement is true.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statement which is to be proved is called </a:t>
            </a:r>
            <a:r>
              <a:rPr b="1" lang="en-US"/>
              <a:t>theorem</a:t>
            </a:r>
            <a:r>
              <a:rPr lang="en-US"/>
              <a:t>. Once a particular theorem is proved then it can be used to prove further statements.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theorem is also called as </a:t>
            </a:r>
            <a:r>
              <a:rPr b="1" lang="en-US"/>
              <a:t>Lemma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proof can be a deductive proof or inductive proof.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deductive proof consist of sequence of statements given with logical reasoning.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inductive proof is a recursive kind of proof which consists of sequence or parameterized statements that use the statement itself or the statement with lower values of its parameter.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Various methods of proofs are-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Proof by contradiction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Proof by mathematical induction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Direct proofs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Proof by counter example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Proof by contraposition</a:t>
            </a:r>
            <a:endParaRPr/>
          </a:p>
          <a:p>
            <a:pPr indent="-11049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Proof by Contradiction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this type of proof, for the statement of the form if A then B.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start with statement A is not true and thus by assuming false A, we try to get the conclusion of statement B.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it becomes impossible to reach to statement B, we contradict our self and accept that A is true.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example,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Prove P ∪ Q = Q ∪ 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6"/>
            <a:ext cx="10515600" cy="655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Prove P ∪ Q = Q ∪ P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285461"/>
            <a:ext cx="10515600" cy="48915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Proof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Initially we assume that P ∪ Q = Q ∪ P is not true.           i.e. P ∪ Q ≠ Q ∪ P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Now consider that x is in Q, or x is in P. hence we can say x is in P ∪ Q ( according to definition of union)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But this also implies that x is in Q ∪ P according to definition of union.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Hence the assumption which we made initially is false.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Thus P ∪ Q = Q ∪ P is proved.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Prove by contradiction. There exist two irrational numbers x and y such that x</a:t>
            </a:r>
            <a:r>
              <a:rPr baseline="30000" lang="en-US"/>
              <a:t>y</a:t>
            </a:r>
            <a:r>
              <a:rPr lang="en-US"/>
              <a:t> is rational.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-462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692426" y="275119"/>
            <a:ext cx="10515600" cy="578112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1" r="-92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8200" y="365125"/>
            <a:ext cx="10515600" cy="70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Proof by Mathematical Induction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838200" y="1179443"/>
            <a:ext cx="10515600" cy="499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Inductive proofs are special proofs based on some observations.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is used to prove recursively defined objects. This type of proof is also called as proof by mathematical induction.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proof by mathematical induction can be carried out using following steps: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Basic: in this step, we assume the lowest possible value. This is an initial step in the proof by mathematical induction.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For example, we can prove that the result is true for n = 0 or n = 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Induction Hypothesis: in this step, we assign value of n to some other value k. that mean, we will check whether the result is true for n – k or not.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Inductive Step: in this step, if n = k is true then we check whether the result is true for n = k + 1 or not.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we get the same result at n = k + 1 then we can state that given proof is true by principle of mathematical induction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365126"/>
            <a:ext cx="10515600" cy="1066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: 1</a:t>
            </a:r>
            <a:br>
              <a:rPr lang="en-US"/>
            </a:br>
            <a:r>
              <a:rPr lang="en-US"/>
              <a:t>Prove: 1 + 2 + 3 …. + n = n ( n + 1 ) / 2</a:t>
            </a:r>
            <a:endParaRPr/>
          </a:p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838200" y="1550504"/>
            <a:ext cx="10515600" cy="46264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Solution: initially,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1) Basis of induction –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Assume, n = 1 then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L. H. S. = n  = 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R. H. S. = n ( n + 1 ) / 2 = 1 ( 1 + 1) / 2 = 2 / 2 = 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2) Induction hypothesis –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 we will assume n = K and will obtain the result for it. The equation then becomes,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   1 + 2 + 3 + ….. + K = K (K + 1 ) / 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838200" y="503583"/>
            <a:ext cx="10515600" cy="56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3) Inductive step –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 we assume that equation is true for n = K and we will then check if it is also true for n = K +1 or not.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Consider the equation assuming n = K + 1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L. H. S. = </a:t>
            </a:r>
            <a:r>
              <a:rPr lang="en-US" u="sng"/>
              <a:t>1 + 2 + 3+ …+ K </a:t>
            </a:r>
            <a:r>
              <a:rPr lang="en-US"/>
              <a:t>+ K + 1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            = K ( K + 1) / 2 + K +1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            = K ( K + 1) + 2 ( K + 1) / 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            = ( K + 1 ) ( K + 2) / 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    i.e.  = ( K + 1 ) ( K +1 + 1) / 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            = R. H. 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2:</a:t>
            </a:r>
            <a:br>
              <a:rPr lang="en-US"/>
            </a:br>
            <a:r>
              <a:rPr lang="en-US"/>
              <a:t>Prove :  n! &gt;= 2 </a:t>
            </a:r>
            <a:r>
              <a:rPr baseline="30000" lang="en-US"/>
              <a:t>n-1</a:t>
            </a:r>
            <a:endParaRPr/>
          </a:p>
        </p:txBody>
      </p:sp>
      <p:sp>
        <p:nvSpPr>
          <p:cNvPr id="131" name="Google Shape;131;p9"/>
          <p:cNvSpPr txBox="1"/>
          <p:nvPr>
            <p:ph idx="1" type="body"/>
          </p:nvPr>
        </p:nvSpPr>
        <p:spPr>
          <a:xfrm>
            <a:off x="838200" y="1825625"/>
            <a:ext cx="406510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Solution: Consider,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1) Basis of induction -  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Let n = 1 then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L. H. S. = 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R. H. S. = 2 </a:t>
            </a:r>
            <a:r>
              <a:rPr baseline="30000" lang="en-US"/>
              <a:t>1 -1</a:t>
            </a:r>
            <a:r>
              <a:rPr lang="en-US"/>
              <a:t> = 2 </a:t>
            </a:r>
            <a:r>
              <a:rPr baseline="30000" lang="en-US"/>
              <a:t>0</a:t>
            </a:r>
            <a:r>
              <a:rPr lang="en-US"/>
              <a:t> = 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Hence, n! &gt;= 2 </a:t>
            </a:r>
            <a:r>
              <a:rPr baseline="30000" lang="en-US"/>
              <a:t>n-1  is proved.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 txBox="1"/>
          <p:nvPr/>
        </p:nvSpPr>
        <p:spPr>
          <a:xfrm>
            <a:off x="5469834" y="1825625"/>
            <a:ext cx="608606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Induction hypothesis-   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n = n +1 then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k! = 2 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k-1             where k &gt;= 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 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 +1) !  = ( k +1) k!   By definition of n!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= ( k +1) 2 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k-1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baseline="30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= 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k-1 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= 2 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Hence, n! &gt;= 2 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  is proved.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838200" y="365125"/>
            <a:ext cx="10515600" cy="536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Direct Proofs</a:t>
            </a:r>
            <a:endParaRPr/>
          </a:p>
        </p:txBody>
      </p:sp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838200" y="1126435"/>
            <a:ext cx="10515600" cy="5050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direct proof, the intended proof can be proved by basic principle or axiom.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 -  Prove that the negative of any even integer is even.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Solution :   to prove this, let n be any positive even number. Hence we can write  n  as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n = 2 m                          where m can be any number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we multiply both side by -1, we get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- n = - 2 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- n = 2 ( - m)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Multiplying any number by 2 makes it an even number.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Hence, -n is even.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Thus proves that the negative of any even integer is even.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838200" y="365125"/>
            <a:ext cx="10515600" cy="840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Proof by Counter-example</a:t>
            </a:r>
            <a:endParaRPr/>
          </a:p>
        </p:txBody>
      </p:sp>
      <p:sp>
        <p:nvSpPr>
          <p:cNvPr id="144" name="Google Shape;144;p11"/>
          <p:cNvSpPr txBox="1"/>
          <p:nvPr>
            <p:ph idx="1" type="body"/>
          </p:nvPr>
        </p:nvSpPr>
        <p:spPr>
          <a:xfrm>
            <a:off x="838200" y="1205948"/>
            <a:ext cx="10515600" cy="497101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27" r="0" t="-30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838200" y="365126"/>
            <a:ext cx="10515600" cy="77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Proof by Contraposition</a:t>
            </a:r>
            <a:endParaRPr/>
          </a:p>
        </p:txBody>
      </p:sp>
      <p:sp>
        <p:nvSpPr>
          <p:cNvPr id="150" name="Google Shape;150;p12"/>
          <p:cNvSpPr txBox="1"/>
          <p:nvPr>
            <p:ph idx="1" type="body"/>
          </p:nvPr>
        </p:nvSpPr>
        <p:spPr>
          <a:xfrm>
            <a:off x="838200" y="1139688"/>
            <a:ext cx="10515600" cy="503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is a technique of proof in which A         B is true if ~ A         ~ B.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negative statement of given statement is true then the given statement becomes automatically true.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Example: prove by contraposition that x + 8 is odd.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Solution: Step 1: we assume that x is not odd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2: that means x is even. By definition of even numbers 2 * any number = even number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x = 2 * m     where m can be any number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3: we can write x + 8 as    2 * m + 8 = 2 ( m + 4) = even number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Thus x + 8 is even. That means ( x + 8) is not odd.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From step 1 and 3, we can state that if x is not odd then ( x +8 ) is also not odd.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Hence by contraposition theorem,  we can say that x + 8 is odd if x is odd.</a:t>
            </a:r>
            <a:endParaRPr/>
          </a:p>
        </p:txBody>
      </p:sp>
      <p:cxnSp>
        <p:nvCxnSpPr>
          <p:cNvPr id="151" name="Google Shape;151;p12"/>
          <p:cNvCxnSpPr/>
          <p:nvPr/>
        </p:nvCxnSpPr>
        <p:spPr>
          <a:xfrm>
            <a:off x="6347791" y="1285460"/>
            <a:ext cx="437322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2" name="Google Shape;152;p12"/>
          <p:cNvCxnSpPr/>
          <p:nvPr/>
        </p:nvCxnSpPr>
        <p:spPr>
          <a:xfrm>
            <a:off x="8872330" y="1258955"/>
            <a:ext cx="437322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2023-01-16T09:48:29Z</dcterms:created>
  <dc:creator>Himangi Pande</dc:creator>
</cp:coreProperties>
</file>